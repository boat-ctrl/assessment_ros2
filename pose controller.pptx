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c4d9f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c4d9f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fc67914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fc67914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fc67914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fc67914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fc679147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fc679147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c679147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c679147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Turtlebot3 Pose Controller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Approach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robot uses a Proportional Controller (P Controller)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this type of controller, speed is proportional to error.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further away the goal is, the faster the robot moves.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closer it gets to the goal, the slower it moves.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Every time the robot moves, gazebo send the position coordinates on ‘/odom’.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angle is received as a quaternion and it is converted using the formula in the ‘def get odom’ function in the code.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Pose Errors Are Calculated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Distance errors: the straight line distance from the robot to the goal is calculated using Pythagoras theorem. (distance = sqrt(dx ** 2 + dy **2))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Heading errors: deals with how much does the robot need to turn to face the goal.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heading_error = self.normalize(angle_to_goal - current_yaw)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Orientation errors: deals with how much the robot needs to rotate to face the right way at the destination.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Orientation_error = goal_yaw - current_yaw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All angles are normalized between -180 and +180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Without normalization, the robot will spin in the wrong way at the destination.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Velocity Commands Are Generated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controller runs in two phases: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Phase 1 - when the distance is more than 5 cm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Forward = 0.5 x distance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Turn = 1.5 x heading_error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Phase 2 - when the distance is less than 5 cm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Forward = 0.0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Turn = 1.5 x orientation_error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Both commands are sent simultaneously making the robot drive and turn at the same time.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For the robot to stop, two conditions must be true: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Distance to goal must be less than 5 cm and the angle error must be less than 5 degrees.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 Made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robot operates on a flat surface only.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There are no obstacles in the path of the robot.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One goal is processed at a time.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Odometry data is without noise.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Limitations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obstacle avoidance. The robot will collide with any obstacles introduced in its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Odometry drifts over long distances so data can become </a:t>
            </a:r>
            <a:r>
              <a:rPr lang="en"/>
              <a:t>inaccurate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Final angle corrections can be slow for small errors.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